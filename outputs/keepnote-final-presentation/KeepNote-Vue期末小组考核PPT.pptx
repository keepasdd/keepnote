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pic>
        <p:nvPicPr>
          <p:cNvPr id="4" name="Image 0" descr="D:\javaproject\keepnote-vue\src\assets\login-bg.jpg">    </p:cNvPr>
          <p:cNvPicPr>
            <a:picLocks noChangeAspect="1"/>
          </p:cNvPicPr>
          <p:nvPr/>
        </p:nvPicPr>
        <p:blipFill>
          <a:blip r:embed="rId1">
            <a:alphaModFix amt="6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E">
              <a:alpha val="82000"/>
            </a:srgbClr>
          </a:solidFill>
          <a:ln w="12700">
            <a:solidFill>
              <a:srgbClr val="0B120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48640"/>
            <a:ext cx="502920" cy="3840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solidFill>
              <a:srgbClr val="FFFFFF">
                <a:alpha val="28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2"/>
                </a:solidFill>
              </a:rPr>
              <a:t>KN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61872" y="630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2B5"/>
                </a:solidFill>
              </a:rPr>
              <a:t>Vue 应用程序开发 · 期末项目考核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2"/>
                </a:solidFill>
              </a:rPr>
              <a:t>KeepNote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58368" y="2496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BA6C"/>
                </a:solidFill>
              </a:rPr>
              <a:t>个人笔记管理系统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76656" y="304495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2"/>
                </a:solidFill>
              </a:rPr>
              <a:t>围绕记录、分类、检索和沉淀的个人知识管理场景，使用 Vue 3 构建一个完整的前端应用。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" y="3822192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7EBA6C">
              <a:alpha val="16000"/>
            </a:srgbClr>
          </a:solidFill>
          <a:ln w="12700">
            <a:solidFill>
              <a:srgbClr val="7EBA6C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890772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Vue 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572768" y="3822192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4ECDBA">
              <a:alpha val="16000"/>
            </a:srgbClr>
          </a:solidFill>
          <a:ln w="12700">
            <a:solidFill>
              <a:srgbClr val="4ECDBA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0" y="38907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BA"/>
                </a:solidFill>
              </a:rPr>
              <a:t>Vite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359152" y="382219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5B9CFF">
              <a:alpha val="16000"/>
            </a:srgbClr>
          </a:solidFill>
          <a:ln w="12700">
            <a:solidFill>
              <a:srgbClr val="5B9CFF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32304" y="389077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CFF"/>
                </a:solidFill>
              </a:rPr>
              <a:t>Element Plus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712464" y="3822192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F59E42">
              <a:alpha val="16000"/>
            </a:srgbClr>
          </a:solidFill>
          <a:ln w="12700">
            <a:solidFill>
              <a:srgbClr val="F59E42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85616" y="38907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42"/>
                </a:solidFill>
              </a:rPr>
              <a:t>Pinia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6656" y="6016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B5"/>
                </a:solidFill>
              </a:rPr>
              <a:t>开发者：兰天 · 独立完成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汇报重点：兰天：项目名称和整体定位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项目背景：为什么选择做 KeepNote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34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5F7F2"/>
                </a:solidFill>
              </a:rPr>
              <a:t>我们选择笔记管理系统，是因为它既贴近日常使用，又能覆盖 Vue 项目开发中的核心知识点。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68880"/>
            <a:ext cx="54864" cy="1508760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真实需求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96696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学习资料、课程任务、灵感想法经常分散在聊天记录、文档和浏览器收藏中。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434840" y="24688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468880"/>
            <a:ext cx="54864" cy="1508760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课程匹配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654296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笔记系统天然包含登录、列表、详情、筛选、编辑、上传等典型前端场景。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92440" y="24688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468880"/>
            <a:ext cx="54864" cy="1508760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展示清晰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311896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老师可以通过页面演示直接看到功能，也可以通过代码页看到实现思路。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这一页介绍项目选题。我不是为了做一个复杂但难演示的系统，而是选择一个贴近日常学习的笔记应用，让功能、代码和课程知识点都能对应起来。</a:t>
            </a:r>
            <a:endParaRPr lang="en-US" sz="935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汇报重点：兰天：选题背景和课程价值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需求分析：从“能记录”到“能管理”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90472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4173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5F7F2"/>
                </a:solidFill>
              </a:rPr>
              <a:t>基础需求：用户可以注册、登录，并且只能访问自己的笔记空间。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68680" y="2020824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94767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5F7F2"/>
                </a:solidFill>
              </a:rPr>
              <a:t>内容需求：可以新增、编辑、删除和查看笔记，支持标题、正文、分类和标签。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247802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5F7F2"/>
                </a:solidFill>
              </a:rPr>
              <a:t>管理需求：可以按关键词、日期、分类、标签、收藏状态快速筛选笔记。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68680" y="3081528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30083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5F7F2"/>
                </a:solidFill>
              </a:rPr>
              <a:t>扩展需求：笔记可以上传附件，支持图片预览、普通文件下载和删除。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353872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5F7F2"/>
                </a:solidFill>
              </a:rPr>
              <a:t>体验需求：界面要清晰、操作路径短，适合长期作为个人知识库使用。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463040"/>
            <a:ext cx="54864" cy="1051560"/>
          </a:xfrm>
          <a:prstGeom prst="rect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645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核心目标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357616" y="1993392"/>
            <a:ext cx="26791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让用户把零散信息沉淀成可分类、可搜索、可复用的个人知识库。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138160" y="278892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788920"/>
            <a:ext cx="54864" cy="1051560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7616" y="2971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验收方式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357616" y="3319272"/>
            <a:ext cx="26791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功能可以现场演示，代码可以说明关键实现，而不是只停留在静态页面。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这一页讲需求时，可以按从基础到扩展的顺序读。我们的目标不是只实现一个输入框，而是让笔记具备完整生命周期：登录进入、创建内容、分类整理、筛选查找、附件补充。</a:t>
            </a:r>
            <a:endParaRPr lang="en-US" sz="935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汇报重点：兰天：需求拆解和项目目标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功能模块：围绕笔记生命周期组织页面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98448"/>
            <a:ext cx="3337560" cy="1444752"/>
          </a:xfrm>
          <a:prstGeom prst="roundRect">
            <a:avLst>
              <a:gd name="adj" fmla="val 50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298448"/>
            <a:ext cx="54864" cy="1444752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用户认证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77824" y="1828800"/>
            <a:ext cx="29535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登录 / 注册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JWT Token 保存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路由守卫保护页面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53128" y="1298448"/>
            <a:ext cx="3337560" cy="1444752"/>
          </a:xfrm>
          <a:prstGeom prst="roundRect">
            <a:avLst>
              <a:gd name="adj" fmla="val 50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128" y="1298448"/>
            <a:ext cx="54864" cy="1444752"/>
          </a:xfrm>
          <a:prstGeom prst="rect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笔记管理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72584" y="1828800"/>
            <a:ext cx="29535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新建 / 编辑 / 删除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详情查看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字数与阅读时长统计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247888" y="1298448"/>
            <a:ext cx="3337560" cy="1444752"/>
          </a:xfrm>
          <a:prstGeom prst="roundRect">
            <a:avLst>
              <a:gd name="adj" fmla="val 50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298448"/>
            <a:ext cx="54864" cy="1444752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组织能力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467344" y="1828800"/>
            <a:ext cx="29535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分类管理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多级标签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收藏与置顶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58368" y="3291840"/>
            <a:ext cx="3337560" cy="1444752"/>
          </a:xfrm>
          <a:prstGeom prst="roundRect">
            <a:avLst>
              <a:gd name="adj" fmla="val 50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291840"/>
            <a:ext cx="54864" cy="1444752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474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检索筛选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77824" y="3822192"/>
            <a:ext cx="29535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关键词搜索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按日期筛选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按分类、标签筛选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453128" y="3291840"/>
            <a:ext cx="3337560" cy="1444752"/>
          </a:xfrm>
          <a:prstGeom prst="roundRect">
            <a:avLst>
              <a:gd name="adj" fmla="val 50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3128" y="3291840"/>
            <a:ext cx="54864" cy="1444752"/>
          </a:xfrm>
          <a:prstGeom prst="rect">
            <a:avLst/>
          </a:prstGeom>
          <a:solidFill>
            <a:srgbClr val="EF6666"/>
          </a:solidFill>
          <a:ln w="12700">
            <a:solidFill>
              <a:srgbClr val="EF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3474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资料扩展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672584" y="3822192"/>
            <a:ext cx="29535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附件上传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图片预览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文件下载与删除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247888" y="3291840"/>
            <a:ext cx="3337560" cy="1444752"/>
          </a:xfrm>
          <a:prstGeom prst="roundRect">
            <a:avLst>
              <a:gd name="adj" fmla="val 50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3291840"/>
            <a:ext cx="54864" cy="1444752"/>
          </a:xfrm>
          <a:prstGeom prst="rect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7344" y="3474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个性化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467344" y="3822192"/>
            <a:ext cx="295351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个人资料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头像上传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主题色与明暗背景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这一页做功能总览。可以先说系统分成六个模块，再强调这些模块不是孤立的：用户登录以后进入首页，通过分类、标签和搜索管理笔记，最后在详情页完成查看、编辑和附件管理。</a:t>
            </a:r>
            <a:endParaRPr lang="en-US" sz="935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汇报重点：兰天：功能模块总览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使用流程：老师可以按这条路径观看演示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288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BA6C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登录 / 注册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77824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B7C2B5"/>
                </a:solidFill>
              </a:rPr>
              <a:t>进入个人笔记空间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15184" y="2852928"/>
            <a:ext cx="320040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80944" y="18288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BA6C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45536" y="26974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新建笔记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145536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B7C2B5"/>
                </a:solidFill>
              </a:rPr>
              <a:t>填写标题、内容、分类、标签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882896" y="2852928"/>
            <a:ext cx="320040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48656" y="18288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BA6C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13248" y="26974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整理笔记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413248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B7C2B5"/>
                </a:solidFill>
              </a:rPr>
              <a:t>收藏、置顶、按分类和标签归档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150608" y="2852928"/>
            <a:ext cx="320040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16368" y="18288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BA6C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80960" y="26974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查找笔记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680960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B7C2B5"/>
                </a:solidFill>
              </a:rPr>
              <a:t>关键词、日期、标签组合筛选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418320" y="2852928"/>
            <a:ext cx="320040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84080" y="18288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05872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BA6C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948672" y="26974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补充资料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9948672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B7C2B5"/>
                </a:solidFill>
              </a:rPr>
              <a:t>上传图片或文件作为附件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这页可以直接作为现场演示顺序。我们先登录系统，然后新建一篇笔记，给它加上分类和标签，再演示搜索、筛选、收藏、置顶，最后展示附件上传和图片预览。</a:t>
            </a:r>
            <a:endParaRPr lang="en-US" sz="935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汇报重点：兰天：演示流程和操作顺序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技术架构：Vue 前端与后端 API 解耦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54864" cy="1261872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视图层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50976" y="1901952"/>
            <a:ext cx="24048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Login / Home / NoteView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Sidebar / NoteList / NoteDetail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71600"/>
            <a:ext cx="54864" cy="1261872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状态与路由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517136" y="1901952"/>
            <a:ext cx="24048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Pinia 管理用户状态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Vue Router 控制访问权限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863840" y="1371600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371600"/>
            <a:ext cx="54864" cy="1261872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3296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接口层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083296" y="1901952"/>
            <a:ext cx="24048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Axios 实例统一封装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请求/响应拦截器处理 Token 与错误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2788920" cy="1261872"/>
          </a:xfrm>
          <a:prstGeom prst="roundRect">
            <a:avLst>
              <a:gd name="adj" fmla="val 579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794760"/>
            <a:ext cx="54864" cy="1261872"/>
          </a:xfrm>
          <a:prstGeom prst="rect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后端服务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517136" y="4325112"/>
            <a:ext cx="24048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/api/user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/api/note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/api/category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/api/tag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/file/*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520440" y="1984248"/>
            <a:ext cx="594360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86600" y="1984248"/>
            <a:ext cx="594360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89720" y="2706624"/>
            <a:ext cx="-1874520" cy="896112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3621024"/>
            <a:ext cx="0" cy="-86868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这里进入技术讲解。整个项目是典型的前后端分离结构：页面组件负责展示，Pinia 和路由负责状态与访问控制，Axios 负责统一请求，真正的数据由后端 API 提供。</a:t>
            </a:r>
            <a:endParaRPr lang="en-US" sz="935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汇报重点：兰天：整体架构和技术栈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代码重点一：登录状态、路由守卫和请求拦截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61872"/>
            <a:ext cx="5303520" cy="1737360"/>
          </a:xfrm>
          <a:prstGeom prst="roundRect">
            <a:avLst>
              <a:gd name="adj" fmla="val 2632"/>
            </a:avLst>
          </a:prstGeom>
          <a:solidFill>
            <a:srgbClr val="0A0F0C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26464"/>
            <a:ext cx="4983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router.beforeEach((to) =&gt;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sessionStorage.getItem('token')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(to.meta.requiresAuth &amp;&amp; !token) return '/login'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(to.path === '/login' &amp;&amp; token) return '/'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263640" y="1261872"/>
            <a:ext cx="5166360" cy="3154680"/>
          </a:xfrm>
          <a:prstGeom prst="roundRect">
            <a:avLst>
              <a:gd name="adj" fmla="val 1449"/>
            </a:avLst>
          </a:prstGeom>
          <a:solidFill>
            <a:srgbClr val="0A0F0C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426464"/>
            <a:ext cx="484632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request.interceptors.request.use(config =&gt;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sessionStorage.getItem('token')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(token) config.headers.Authorization = `Bearer ${token}`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config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request.interceptors.response.use(response =&gt;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response.data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(res.code === 200) return res.data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ElMessage.error(res.message || '请求失败')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68680" y="3959352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38862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路由 meta.requiresAuth 用来判断页面是否需要登录。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68680" y="4370832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42976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Token 自动添加到 Authorization 请求头，组件不用重复处理。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868680" y="4782312"/>
            <a:ext cx="109728" cy="109728"/>
          </a:xfrm>
          <a:prstGeom prst="ellipse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47091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401 或业务错误统一提示，减少每个页面重复写 try/catch 的成本。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这一页重点讲安全和复用。用户登录以后，Token 被保存起来；访问需要登录的页面时，路由守卫会检查 Token；每次请求接口时，Axios 拦截器会自动带上 Token，并统一处理错误提示。</a:t>
            </a:r>
            <a:endParaRPr lang="en-US" sz="935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汇报重点：兰天：认证与请求封装代码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代码重点二：Pinia 用户状态管理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16152"/>
            <a:ext cx="5760720" cy="3886200"/>
          </a:xfrm>
          <a:prstGeom prst="roundRect">
            <a:avLst>
              <a:gd name="adj" fmla="val 1176"/>
            </a:avLst>
          </a:prstGeom>
          <a:solidFill>
            <a:srgbClr val="0A0F0C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80744"/>
            <a:ext cx="54406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useUserStore = defineStore('user', () =&gt;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ref(sessionStorage.getItem('token') || '')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userInfo = ref(null)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login(username, password)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loginApi({ username, password })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token.value = data.token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sessionStorage.setItem('token', data.token)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userInfo.value = data.user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router.push('/')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logout()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token.value = ''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userInfo.value = null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sessionStorage.removeItem('token')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router.push('/login')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0"/>
            <a:ext cx="109728" cy="109728"/>
          </a:xfrm>
          <a:prstGeom prst="ellipse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0296" y="1389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5F7F2"/>
                </a:solidFill>
              </a:rPr>
              <a:t>把登录、退出、获取资料等用户逻辑集中在 store 中。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720840" y="1975104"/>
            <a:ext cx="109728" cy="109728"/>
          </a:xfrm>
          <a:prstGeom prst="ellipse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0296" y="19019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5F7F2"/>
                </a:solidFill>
              </a:rPr>
              <a:t>页面只调用 userStore.login 或 userStore.logout，职责更清晰。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720840" y="2487168"/>
            <a:ext cx="109728" cy="109728"/>
          </a:xfrm>
          <a:prstGeom prst="ellipse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24140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5F7F2"/>
                </a:solidFill>
              </a:rPr>
              <a:t>刷新页面时从 sessionStorage 恢复 Token，保证体验连续。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720840" y="2999232"/>
            <a:ext cx="109728" cy="109728"/>
          </a:xfrm>
          <a:prstGeom prst="ellipse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29260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5F7F2"/>
                </a:solidFill>
              </a:rPr>
              <a:t>后续如果要加用户头像、昵称、邮箱，也可以继续放在同一个状态模块中。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这页说明为什么使用 Pinia。我们没有把登录状态写在某一个页面里，而是抽成全局 store，这样 Login 页面、Sidebar 用户区和路由逻辑都能共享同一份状态。</a:t>
            </a:r>
            <a:endParaRPr lang="en-US" sz="935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汇报重点：兰天：Pinia 状态管理代码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代码重点三：首页三栏组件联动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98448"/>
            <a:ext cx="2331720" cy="3200400"/>
          </a:xfrm>
          <a:prstGeom prst="roundRect">
            <a:avLst>
              <a:gd name="adj" fmla="val 2745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5F7F2"/>
                </a:solidFill>
              </a:rPr>
              <a:t>Sidebar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F5F7F2"/>
                </a:solidFill>
              </a:rPr>
              <a:t>搜索 / 导航 / 分类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3429000" y="1298448"/>
            <a:ext cx="4206240" cy="3200400"/>
          </a:xfrm>
          <a:prstGeom prst="roundRect">
            <a:avLst>
              <a:gd name="adj" fmla="val 2000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5328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5F7F2"/>
                </a:solidFill>
              </a:rPr>
              <a:t>NoteList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F5F7F2"/>
                </a:solidFill>
              </a:rPr>
              <a:t>列表 / 筛选 / 标签树 / 分页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8001000" y="1298448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5328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5F7F2"/>
                </a:solidFill>
              </a:rPr>
              <a:t>NoteDetail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F5F7F2"/>
                </a:solidFill>
              </a:rPr>
              <a:t>查看 / 编辑 / 附件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3072384" y="2788920"/>
            <a:ext cx="329184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44384" y="2788920"/>
            <a:ext cx="329184" cy="0"/>
          </a:xfrm>
          <a:prstGeom prst="line">
            <a:avLst/>
          </a:prstGeom>
          <a:noFill/>
          <a:ln w="25400">
            <a:solidFill>
              <a:srgbClr val="7EBA6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4901184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482803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5F7F2"/>
                </a:solidFill>
              </a:rPr>
              <a:t>Home.vue 统一维护 notes、categories、tags、activeNote 等状态。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51389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5F7F2"/>
                </a:solidFill>
              </a:rPr>
              <a:t>子组件通过 props 接收数据，通过 emit 把用户操作交给父组件处理。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914400" y="5522976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54498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5F7F2"/>
                </a:solidFill>
              </a:rPr>
              <a:t>保存或删除后由父组件统一刷新列表、详情和侧边栏统计，避免数据不同步。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这一页可以讲组件通信。首页不是一个大组件写到底，而是拆成侧边栏、列表和详情三块；父组件 Home 负责统一状态，子组件负责具体界面和事件触发。</a:t>
            </a:r>
            <a:endParaRPr lang="en-US" sz="935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汇报重点：兰天：组件化设计与状态联动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代码重点四：列表查询、筛选和加载状态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88720"/>
            <a:ext cx="5989320" cy="4069080"/>
          </a:xfrm>
          <a:prstGeom prst="roundRect">
            <a:avLst>
              <a:gd name="adj" fmla="val 1124"/>
            </a:avLst>
          </a:prstGeom>
          <a:solidFill>
            <a:srgbClr val="0A0F0C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53312"/>
            <a:ext cx="56692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loadNotes()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listLoading.value = true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params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page: currentPage.value,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pageSize,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keyword: keyword.value || undefined,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categoryId: activeCategoryId.value || undefined,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tagId: activeTagId.value || undefined,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isFavorite: activeNav.value === 'favorite' ? 1 : undefined,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dateRange: dateRange.value || undefined,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getNoteList(params)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notes.value = data.records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total.value = data.total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listLoading.value = false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949440" y="1463040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68896" y="13898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一个 loadNotes 方法覆盖搜索、分类、标签、收藏和日期筛选。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949440" y="1993392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68896" y="1920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空筛选条件转成 undefined，避免给后端传递无意义参数。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949440" y="2523744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8896" y="24505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loading 放在 finally 中关闭，接口成功或失败都不会卡住页面。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949440" y="3054096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29809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5F7F2"/>
                </a:solidFill>
              </a:rPr>
              <a:t>列表数据和总数一起更新，便于分页组件同步显示。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这页说明列表功能的核心。用户在页面上点击分类、标签、收藏夹或者搜索框，本质上都是改变响应式状态，再调用 loadNotes 重新请求数据。</a:t>
            </a:r>
            <a:endParaRPr lang="en-US" sz="935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汇报重点：兰天：列表查询和筛选代码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代码重点五：笔记保存与附件上传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88720"/>
            <a:ext cx="5715000" cy="4069080"/>
          </a:xfrm>
          <a:prstGeom prst="roundRect">
            <a:avLst>
              <a:gd name="adj" fmla="val 1124"/>
            </a:avLst>
          </a:prstGeom>
          <a:solidFill>
            <a:srgbClr val="0A0F0C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53312"/>
            <a:ext cx="539496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save()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(!editForm.title.trim())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ElMessage.warning('标题不能为空')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saving.value = true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(editForm.id) await updateNote(editForm)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editForm.id = await addNote(editForm)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emit('saved', { ...editForm })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saving.value = false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uploadAttachment(noteId, file)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form = new FormData()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form.append('file', file)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form.append('noteId', noteId)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request.post('/file/attachment/upload', form)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D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720840" y="137160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371600"/>
            <a:ext cx="54864" cy="868680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0296" y="1554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编辑与新增复用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940296" y="1901952"/>
            <a:ext cx="40507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editForm 有 id 时更新，没有 id 时新增，减少重复页面和重复逻辑。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720840" y="2450592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450592"/>
            <a:ext cx="54864" cy="868680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0296" y="2633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父子通信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940296" y="2980944"/>
            <a:ext cx="40507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保存成功后 emit saved，由 Home.vue 统一刷新列表、详情和统计。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720840" y="3529584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529584"/>
            <a:ext cx="54864" cy="868680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0296" y="3712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附件扩展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940296" y="4059936"/>
            <a:ext cx="40507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FormData 传输文件，并用 noteId 关联到对应笔记。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最后一页代码讲笔记的写入能力。保存函数同时支持新增和修改，附件上传使用 FormData，把文件和 noteId 一起传给后端，让笔记不只保存文字，也能保存学习资料。</a:t>
            </a:r>
            <a:endParaRPr lang="en-US" sz="935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汇报重点：兰天：编辑保存与附件上传代码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界面设计：工作台式布局，降低记录和查找成本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pic>
        <p:nvPicPr>
          <p:cNvPr id="7" name="Image 0" descr="D:\javaproject\keepnote-vue\src\assets\login-bg.png">    </p:cNvPr>
          <p:cNvPicPr>
            <a:picLocks noChangeAspect="1"/>
          </p:cNvPicPr>
          <p:nvPr/>
        </p:nvPicPr>
        <p:blipFill>
          <a:blip r:embed="rId1">
            <a:alphaModFix amt="86000"/>
          </a:blip>
          <a:stretch>
            <a:fillRect/>
          </a:stretch>
        </p:blipFill>
        <p:spPr>
          <a:xfrm>
            <a:off x="7452360" y="1170432"/>
            <a:ext cx="370332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170432"/>
            <a:ext cx="3703320" cy="3703320"/>
          </a:xfrm>
          <a:prstGeom prst="rect">
            <a:avLst/>
          </a:prstGeom>
          <a:solidFill>
            <a:srgbClr val="101712">
              <a:alpha val="65000"/>
            </a:srgbClr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90472"/>
            <a:ext cx="109728" cy="109728"/>
          </a:xfrm>
          <a:prstGeom prst="ellipse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8136" y="141732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5F7F2"/>
                </a:solidFill>
              </a:rPr>
              <a:t>登录页使用沉浸式背景和登录/注册切换，形成完整入口体验。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868680" y="2057400"/>
            <a:ext cx="109728" cy="109728"/>
          </a:xfrm>
          <a:prstGeom prst="ellipse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8136" y="198424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5F7F2"/>
                </a:solidFill>
              </a:rPr>
              <a:t>首页采用三栏工作台：左侧导航，中间列表，右侧详情。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868680" y="2624328"/>
            <a:ext cx="109728" cy="109728"/>
          </a:xfrm>
          <a:prstGeom prst="ellipse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8136" y="255117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5F7F2"/>
                </a:solidFill>
              </a:rPr>
              <a:t>标签、分类和主题色使用颜色作为视觉线索，帮助用户快速辨认内容归属。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868680" y="3191256"/>
            <a:ext cx="109728" cy="109728"/>
          </a:xfrm>
          <a:prstGeom prst="ellipse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88136" y="311810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5F7F2"/>
                </a:solidFill>
              </a:rPr>
              <a:t>设置抽屉整合个人资料、头像和界面主题，让应用具备个性化能力。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543800" y="498348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4983480"/>
            <a:ext cx="54864" cy="685800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63256" y="5166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设计关键词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7763256" y="5513832"/>
            <a:ext cx="304495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清晰 / 可扫读 / 少干扰 / 有品牌感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这一页讲界面体验。可以按页面从登录页讲到首页三栏，再讲分类、标签、主题这些视觉线索，让老师看到项目不仅能运行，也考虑了用户使用体验。</a:t>
            </a:r>
            <a:endParaRPr lang="en-US" sz="935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汇报重点：兰天：界面体验和视觉设计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项目亮点：功能完整，代码结构也比较清晰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25880"/>
            <a:ext cx="54864" cy="1417320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完整用户闭环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96696" y="1856232"/>
            <a:ext cx="28620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从登录进入，到创建、整理、查找、查看、编辑、上传附件，形成完整使用链路。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325880"/>
            <a:ext cx="54864" cy="1417320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组件职责清楚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700016" y="1856232"/>
            <a:ext cx="28620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页面拆分为视图、组件、api、store 和 utils，便于定位问题和后续维护。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325880"/>
            <a:ext cx="54864" cy="1417320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交互细节较多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403336" y="1856232"/>
            <a:ext cx="28620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收藏、置顶、标签树、日期筛选、附件预览、主题切换等都能作为演示点。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68680" y="3730752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36576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F5F7F2"/>
                </a:solidFill>
              </a:rPr>
              <a:t>课程知识点对应：Vue 组件化、组合式 API、路由守卫、Pinia、Axios、Element Plus、Vite 工程配置。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868680" y="4114800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" y="40416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F5F7F2"/>
                </a:solidFill>
              </a:rPr>
              <a:t>答辩展示方式：先讲需求和功能，再讲核心代码，最后现场演示用户流程。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868680" y="4498848"/>
            <a:ext cx="109728" cy="109728"/>
          </a:xfrm>
          <a:prstGeom prst="ellipse">
            <a:avLst/>
          </a:prstGeom>
          <a:solidFill>
            <a:srgbClr val="4ECDBA"/>
          </a:solidFill>
          <a:ln w="12700">
            <a:solidFill>
              <a:srgbClr val="4E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" y="442569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F5F7F2"/>
                </a:solidFill>
              </a:rPr>
              <a:t>本项目由兰天独立完成，因此答辩会从需求、功能、界面、代码和总结五个角度完整说明。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这一页可以作为代码讲解后的过渡。我们总结项目亮点时，不只说功能多，还要说这些功能对应了课程知识点，并且代码分层比较清楚，方便老师理解我们的实现质量。</a:t>
            </a:r>
            <a:endParaRPr lang="en-US" sz="935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汇报重点：兰天：项目亮点和展示价值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独立开发说明：从需求到实现由本人完整完成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10652760" cy="932688"/>
          </a:xfrm>
          <a:prstGeom prst="roundRect">
            <a:avLst>
              <a:gd name="adj" fmla="val 68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82296" cy="932688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72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2"/>
                </a:solidFill>
              </a:rPr>
              <a:t>需求分析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7EBA6C"/>
                </a:solidFill>
              </a:rPr>
              <a:t>确定项目目标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343400" y="15727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C2B5"/>
                </a:solidFill>
              </a:rPr>
              <a:t>围绕个人笔记管理场景，拆解登录、笔记管理、分类标签、筛选检索和附件能力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2651760"/>
            <a:ext cx="10652760" cy="932688"/>
          </a:xfrm>
          <a:prstGeom prst="roundRect">
            <a:avLst>
              <a:gd name="adj" fmla="val 68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651760"/>
            <a:ext cx="82296" cy="932688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8529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2"/>
                </a:solidFill>
              </a:rPr>
              <a:t>前端实现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2889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B9CFF"/>
                </a:solidFill>
              </a:rPr>
              <a:t>完成核心开发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343400" y="28529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C2B5"/>
                </a:solidFill>
              </a:rPr>
              <a:t>使用 Vue 3、Pinia、Vue Router、Axios、Element Plus 完成页面、状态和接口交互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10652760" cy="932688"/>
          </a:xfrm>
          <a:prstGeom prst="roundRect">
            <a:avLst>
              <a:gd name="adj" fmla="val 6863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931920"/>
            <a:ext cx="82296" cy="932688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1330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2"/>
                </a:solidFill>
              </a:rPr>
              <a:t>展示整理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48840" y="4169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42"/>
                </a:solidFill>
              </a:rPr>
              <a:t>准备答辩材料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343400" y="413308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C2B5"/>
                </a:solidFill>
              </a:rPr>
              <a:t>整理功能流程、代码讲解、界面设计、项目亮点和后续优化方向，形成完整展示逻辑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77240" y="550468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6144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35608" y="55961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这一页说明项目完成方式。本项目由我独立完成，从选题、需求拆解、前端页面、接口封装、状态管理、界面样式到答辩材料整理都由本人负责，因此后面的答疑也可以直接对应到代码实现。</a:t>
            </a:r>
            <a:endParaRPr lang="en-US" sz="935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汇报重点：兰天：独立开发过程说明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2"/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7EBA6C">
              <a:alpha val="16000"/>
            </a:srgbClr>
          </a:solidFill>
          <a:ln w="12700">
            <a:solidFill>
              <a:srgbClr val="101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BA6C"/>
                </a:solidFill>
              </a:rPr>
              <a:t>KEEPNOTE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F7F2"/>
                </a:solidFill>
              </a:rPr>
              <a:t>总结与展望：从课程项目走向真实可用工具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385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25880"/>
            <a:ext cx="54864" cy="1874520"/>
          </a:xfrm>
          <a:prstGeom prst="rect">
            <a:avLst/>
          </a:prstGeom>
          <a:solidFill>
            <a:srgbClr val="7EBA6C"/>
          </a:solidFill>
          <a:ln w="12700">
            <a:solidFill>
              <a:srgbClr val="7EB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已完成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96696" y="1856232"/>
            <a:ext cx="29535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认证登录、笔记 CRUD、分类标签、搜索筛选、收藏置顶、附件上传、主题和个人资料。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325880"/>
            <a:ext cx="54864" cy="1874520"/>
          </a:xfrm>
          <a:prstGeom prst="rect">
            <a:avLst/>
          </a:prstGeom>
          <a:solidFill>
            <a:srgbClr val="5B9CFF"/>
          </a:solidFill>
          <a:ln w="12700">
            <a:solidFill>
              <a:srgbClr val="5B9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课程收获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54296" y="1856232"/>
            <a:ext cx="29535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把 Vue 单文件组件、组合式 API、路由、状态管理和接口交互整合成完整应用。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26342B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325880"/>
            <a:ext cx="54864" cy="1874520"/>
          </a:xfrm>
          <a:prstGeom prst="rect">
            <a:avLst/>
          </a:prstGeom>
          <a:solidFill>
            <a:srgbClr val="F59E42"/>
          </a:solidFill>
          <a:ln w="12700">
            <a:solidFill>
              <a:srgbClr val="F59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5F7F2"/>
                </a:solidFill>
              </a:rPr>
              <a:t>后续优化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11896" y="1856232"/>
            <a:ext cx="29535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7C2B5"/>
                </a:solidFill>
              </a:rPr>
              <a:t>富文本编辑器、Markdown 预览、笔记分享、回收站、移动端适配和数据统计。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05840" y="4069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5F7F2"/>
                </a:solidFill>
              </a:rPr>
              <a:t>KeepNote 的完成度体现在：不是只展示页面，而是把用户流程、接口调用和组件状态真正串起来。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920240" y="50474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BA6C"/>
                </a:solidFill>
              </a:rPr>
              <a:t>谢谢观看，欢迎老师和同学提问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7240" y="5797296"/>
            <a:ext cx="10652760" cy="512064"/>
          </a:xfrm>
          <a:prstGeom prst="roundRect">
            <a:avLst>
              <a:gd name="adj" fmla="val 8929"/>
            </a:avLst>
          </a:prstGeom>
          <a:solidFill>
            <a:srgbClr val="1E2A22"/>
          </a:solidFill>
          <a:ln w="12700">
            <a:solidFill>
              <a:srgbClr val="3851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59070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EBA6C"/>
                </a:solidFill>
              </a:rPr>
              <a:t>讲稿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35608" y="588873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B7C2B5"/>
                </a:solidFill>
              </a:rPr>
              <a:t>最后总结时可以强调：这个项目覆盖了 Vue 课程中的核心知识点，并且每个功能都能和代码实现对应起来。后续如果继续完善，可以把它升级成真正可长期使用的个人知识管理工具。</a:t>
            </a:r>
            <a:endParaRPr lang="en-US" sz="935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579"/>
                </a:solidFill>
              </a:rPr>
              <a:t>汇报重点：兰天：总结与答疑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BA6C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KeepNote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KeepNote Vue 笔记管理系统</dc:title>
  <dc:subject>Vue 应用程序开发期末考核</dc:subject>
  <dc:creator>KeepNote 独立开发项目</dc:creator>
  <cp:lastModifiedBy>KeepNote 独立开发项目</cp:lastModifiedBy>
  <cp:revision>1</cp:revision>
  <dcterms:created xsi:type="dcterms:W3CDTF">2026-05-20T13:45:38Z</dcterms:created>
  <dcterms:modified xsi:type="dcterms:W3CDTF">2026-05-20T13:45:38Z</dcterms:modified>
</cp:coreProperties>
</file>